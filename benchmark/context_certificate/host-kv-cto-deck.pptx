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Expert compute per step (ms)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user</c:v>
                  </c:pt>
                  <c:pt idx="1">
                    <c:v>4 users</c:v>
                  </c:pt>
                  <c:pt idx="2">
                    <c:v>8 users</c:v>
                  </c:pt>
                  <c:pt idx="3">
                    <c:v>16 users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18.1</c:v>
                </c:pt>
                <c:pt idx="2">
                  <c:v>18</c:v>
                </c:pt>
                <c:pt idx="3">
                  <c:v>37.9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ms per generation step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can serve huge AI contexts on cheap GPUs by using server RAM smartly. Everything here is backed by measurements we just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it's not that the GPU is too slow — it's that everything a long-context model remembers doesn't fit. Bars: both GPUs together hold about as much as the user contexts alone, before the model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comparison: rent/buy big-memory servers vs keep our hardware and add a software memory tier. The catch of option B: someone has to build the smarts — that's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mechanism, dumbed down: the model only actually reads a tiny slice of its memory each step, and its choices are 65% predictable one layer ahead. So RAM holds everything, and we prefetch aggressively.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Three measured facts: batching is far cheaper than the textbooks say; the per-user speed target is already beaten on one GPU; the prefetch signal is real. The 16-user bar has measurement caveats (mixed prefill) —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 number: same box, more than double the simultaneous power users. And the alternative for the same capability is a much bigger hardware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management for the CTO: this is not a leap of faith. Stage 1 costs days and can kill the idea cheaply. The build only starts once the model matches reality. Correctness is non-negotiable at stage 3 — bit-identical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 small measurement window. Emphasize the discipline: every stage has a kill switch, so the downside is days, not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UPDATE · INFERENCE CAPACITY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Whole-codebase AI contexts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big-iron GPUs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measured plan to give 32 users a 256,000-token context each —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two workstation GPUs, using cheap server RAM for the rest.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43800" y="1554480"/>
            <a:ext cx="4343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256k</a:t>
            </a:r>
            <a:endParaRPr lang="en-US" sz="10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per user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548640" y="6291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sglang-perf · September 2026 · every number in this deck was measured, not assumed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context is a memory problem, not a speed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with a long memory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18013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keeps notes on every token it reads — about 25 KB per token, per user.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power users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working with a whole codebase: 256k tokens ≈ 6.5 GB of notes. All 32 together: ~200 GB.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chip is fast, the tank is small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8640" y="40873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speed already meets targets in our tests. The wall is where to put 200 GB of live state.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56235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on the 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GPUs combined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450592"/>
            <a:ext cx="3284655" cy="475488"/>
          </a:xfrm>
          <a:prstGeom prst="roundRect">
            <a:avLst>
              <a:gd name="adj" fmla="val 9615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588175" y="248716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 GB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1272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32 long contexts need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429000"/>
            <a:ext cx="3494314" cy="475488"/>
          </a:xfrm>
          <a:prstGeom prst="roundRect">
            <a:avLst>
              <a:gd name="adj" fmla="val 9615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706394" y="34655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~200 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0416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weights, before any user fits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343400"/>
            <a:ext cx="1397726" cy="475488"/>
          </a:xfrm>
          <a:prstGeom prst="roundRect">
            <a:avLst>
              <a:gd name="adj" fmla="val 9615"/>
            </a:avLst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43799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~80 GB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956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bars share one 280 GB scale — memory is the wall, not speed.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measured on RTX PRO 6000 Blackwell (96 GB), Sep 2026; memory math from the model's own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hold 200 GB of live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37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big-memory servers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37744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H200 / B200 class machines — roughly 5–10× the hardware cost (est.)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Scarce capacity, allocation queues, long lead times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future context still competes for expensive on-chip memory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the memory on workstation GPUs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01968" y="237744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two RTX PRO 6000s — hot data on-chip, everything else in ~400 GB of ordinary server RAM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RAM costs ~20× less per GB than GPU memory (est.)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smart movement software — that is the project we are proposing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user experience. Very different hardware bill.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costs are estimates for discussion; capacity and speed figures are measured.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already tells us what it will read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CCFBF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— the desk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weights + what users are reading right now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4206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9776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RAM — the bookshelf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user's full history, ~310 GB, always kept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3364992"/>
            <a:ext cx="0" cy="402336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80360" y="33467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ahead of time (57 GB/s measured)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5577840" y="28803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what the model reads in the next layer can be predicted from what it reads now — measured on real workloads.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77840" y="37947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step, the model's own attention picks ~2,000 relevant tokens out of 262,000.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those picks as a shopping list and pre-pull pages from RAM to GPU.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a librarian who knows your reading habits.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cross-layer selection overlap measured on a real 32k-token coding request, Sep 2026 (6 verification windows).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measured before building anything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8× more users costs only 1.5× more compute</a:t>
            </a:r>
            <a:endParaRPr lang="en-US" sz="15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1828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Textbook models feared 6×.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workloads reuse the same experts.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6560" y="2743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412480" y="2761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tokens/sec per user today — target is 80 (at 30k context, one GPU)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0" y="3611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1.00×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12480" y="3630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step-time growth from 30k to 167k-token context — long context is free at decode (measured)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66560" y="4480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412480" y="44988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next-layer reads predictable — the prefetch signal, measured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kernel-level profiles, real coding requests, RTX PRO 6000 Blackwell, Sep 2026 (Verda + GCP runs).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memory tier buys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2.3×</a:t>
            </a:r>
            <a:endParaRPr lang="en-US" sz="130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concurrent long-context users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760720" y="16002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— everything on the GPUs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929384"/>
            <a:ext cx="2520315" cy="45720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2423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14 users with full 256k contexts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0" y="3063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host-RAM tier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39242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users with full 256k contexts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bill: two RTX PRO 6000s plus 384 GB of ordinary server RAM ≈ $20k (est.) — instead of H200-class servers for the same resident load.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Ceiling from measured memory math; per-user speed from measured profiles. Costs are estimates.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stages — each with a number that can stop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 Sep 30: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167k-context profile,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speed, 2-GPU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PASSED: step time flat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30k→167k; lane 57 GB/s.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2-GPU mode re-scoped.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0712" y="155448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6744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70832" y="1901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Re-model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66744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on CPUs: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the capacity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from measured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66744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predictions match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reality within 30%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design work.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72784" y="155448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181051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528816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32904" y="1901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tier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28816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Staged build: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pool, paging,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expert-parallel 2 GPUs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28816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outputs bit-identical;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tensor-parallel is impossible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this model (measured).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51392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34856" y="155448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F172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90888" y="181051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9390888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94976" y="1901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prefetch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390888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65% signal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hide RAM latency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90888" y="3977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must beat simple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paging by 20%, or we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it simple.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rerun the 16-user point, make expert-parallel startup work, then rebuild the capacity model on measured numbers.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plan with all gates: HOST_KV_PLAN.md (benchmark/context_certificate).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users.  Whole codebases each.  80 tokens/sec.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workstation hardware — the context flatness gate already passed.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11680" y="39776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Ask: one 2-GPU measurement window to run the Phase-0 gates.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after that is a decision made on numbers, not hope.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91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sglang-perf ·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Host-KV: long-context serving on workstation GPUs</dc:title>
  <dc:subject>PptxGenJS Presentation</dc:subject>
  <dc:creator>sglang-perf research</dc:creator>
  <cp:lastModifiedBy>sglang-perf research</cp:lastModifiedBy>
  <cp:revision>1</cp:revision>
  <dcterms:created xsi:type="dcterms:W3CDTF">2026-09-30T11:47:28Z</dcterms:created>
  <dcterms:modified xsi:type="dcterms:W3CDTF">2026-09-30T11:47:28Z</dcterms:modified>
</cp:coreProperties>
</file>