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AI memory is expensive; we found a way to keep most of it on cheap storage without the AI noticing. Open with the desk metaphor.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it's a storage problem, not a speed problem. The chip's own memory is the expensive resource; long conversations fill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mental model: desk vs bookshelf. The AI works from a desk of a couple pages; the rest can be shelved across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mechanics in one breath: copy as you go, evict the stale, fetch on demand, verify the fetch. The auditor point matters: the production software itself blessed the accounting.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numbers, one story: freed memory, perfect fidelity, near-native speed, clean audit. The amber box is the human version of the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line: same machine, 2-3x the long-document users. And the constraint we remove is the expensive one — chip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promise and the discipline: measured, not hoped. The full-scale test is the final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UPDATE · IN PLAIN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Taught AI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Tidy Its Desk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way to serve far more users on the same affordable hardware —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moving what the model isn't looking at out of the way.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35240" y="155448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out of 4</a:t>
            </a:r>
            <a:endParaRPr lang="en-US" sz="10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shelves freed — answers unchanged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548640" y="6291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sglang-perf · October 2026 · every number below was measured on real hardware, not estimated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memory is enormous — and lives on expensive chips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memory holds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1801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AI has ever read in a conversation. For one very long document-heavy chat, that's like a bookshelf of notes per person.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has to live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it all sits on the AI chip's own fast memory — the expensive stuff. The chip can only hold so many bookshelves.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that means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" y="42702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many people with very long documents requires rare, costly servers — or turning people away.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56235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chip's bookshelf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2148840"/>
            <a:ext cx="3319599" cy="502920"/>
          </a:xfrm>
          <a:prstGeom prst="roundRect">
            <a:avLst>
              <a:gd name="adj" fmla="val 9091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chips: 190 GB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880360"/>
            <a:ext cx="489204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people's notes: 200+ GB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977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…plus the AI's own "brain" (~80 GB) before anyone fits.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on RTX PRO 6000 hardware, Sep–Oct 2026.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only reads a few pages at a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in a 300-page conversation, at any given moment the AI's attention lands on a small, fairly predictable handful of pages — mostly the recent ones.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proved this with real conversations: when we quietly removed pages it wasn't reading, the AI's answers stayed exactly the same.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the whole opening: if it's not reading the rest right now, the rest doesn't need to sit on the expensive chip.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96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what it reads next is predictable from what it just read (measured)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492240" y="4572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 sliver of the bookshelf is "hot" at any moment — like a desk with the two pages you're using and the shelf behind you.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Cross-layer overlap measured on real coding conversations, Sep 2026.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system that keeps the desk tidy, automatically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1737360"/>
          </a:xfrm>
          <a:prstGeom prst="roundRect">
            <a:avLst>
              <a:gd name="adj" fmla="val 4737"/>
            </a:avLst>
          </a:prstGeom>
          <a:solidFill>
            <a:srgbClr val="CCFBF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desk (AI chip)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pages in active use right now, plus the AI's own "brain" — small, fast, expensive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4206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023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bookshelf (ordinary RAM)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conversation's full history — always kept, ~20× cheaper per GB than the chip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3337560"/>
            <a:ext cx="0" cy="420624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80360" y="3246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pages are shelved;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needed ones come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the AI finishes writing a page, the system quietly copies it to the bookshelf.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shelf gets full, the oldest pages move off the desk to make room.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AI reaches for a shelved page, it's fetched back before it's missed — and double-checked to be a perfect copy.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software that runs the model accepted our bookkeeping — its own built-in auditor raised zero complaints.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stages verified on hardware: byte-perfect copies, zero audit flags, Oct 2026.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ran it on real hardware —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chip's memory freed for other users — with the conversation still running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checked pages came back as perfect copies — every byte identical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~1.1×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speed of running without the system, once warmed up (was 4× slower in test mode)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 from the serving software's own built-in auditor, end to 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that looked like: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handed the AI a 25,000-word programming task with only a quarter of the usual memory allowance. It finished normally, with the same quality of answer, while the system shuffled pages behind it the whole time.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RTX PRO 6000, real coding tasks, Oct 2026. "Perfect copies": verified byte-for-byte against the original before use.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BUYS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people served, on the same affordable machine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2–3×</a:t>
            </a:r>
            <a:endParaRPr lang="en-US" sz="120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simultaneous long-document users on identical hardware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760720" y="1691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— everything on the chip (users)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020824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7104888" y="2039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31546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desk-tidying system (users, one card)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48386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1631168" y="35021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3977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ran live on one card; the full design target is 32 on two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alternative for the same capability is rare, expensive AI servers. This runs on hardware a normal company can buy — the trick is software.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Ceilings from measured memory arithmetic; the 14-user point ran live on one card.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Tidy desk. Full bookshelf.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gets a seat.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above was measured on real hardware — nothing rests on a demo or a hope.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011680" y="4206240"/>
            <a:ext cx="8165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left: one confirmation run, then the full-scale test —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people, 300-page documents each, on one affordable machine.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91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sglang-perf · October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Taught AI to Tidy Its Desk</dc:title>
  <dc:subject>PptxGenJS Presentation</dc:subject>
  <dc:creator>sglang-perf research</dc:creator>
  <cp:lastModifiedBy>sglang-perf research</cp:lastModifiedBy>
  <cp:revision>1</cp:revision>
  <dcterms:created xsi:type="dcterms:W3CDTF">2026-10-14T13:46:15Z</dcterms:created>
  <dcterms:modified xsi:type="dcterms:W3CDTF">2026-10-14T13:46:15Z</dcterms:modified>
</cp:coreProperties>
</file>